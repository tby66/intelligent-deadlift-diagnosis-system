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2"/>
  </p:normalViewPr>
  <p:slideViewPr>
    <p:cSldViewPr snapToGrid="0">
      <p:cViewPr>
        <p:scale>
          <a:sx n="85" d="100"/>
          <a:sy n="85" d="100"/>
        </p:scale>
        <p:origin x="149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BEB655-816F-9941-D581-22371B548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70B0F32-0F48-991F-9CFE-50848A03E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E62A77-FD01-D149-2392-F3437F1CF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55D020-C81A-3128-2AB1-676090E6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ADEDC2-D24B-1965-BD59-584AC576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614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166C8D-F696-E240-33F3-24DE0C48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31585E-9455-E68D-4427-CE82C6723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3B8D10-829B-D99F-6181-508EB800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C716AE-2380-6B73-88D2-A22983CA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718E6D-1414-1D8C-D5D8-2D2BADC0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74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0CA88-7226-EF85-ABDC-C258BA5C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278A0C-02B5-5FEF-69D6-2D767F7CA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23AA23-9354-45CE-3EF7-B9EAEAF1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468E7E-0352-DC97-3395-AF79FCBC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7BDA9F-A219-057B-6508-E16DC02EF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365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A0311-9592-4914-C454-90044310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643201-3D16-AC23-5AF8-3BC697EFB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F2FF2C-8ACC-FB3E-8051-E80F75C1A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AE8AD8-F7C5-FD9E-0F32-04432286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9573E5-D389-5C2A-3216-BD3BDA2C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8C37DA-7ADA-50F3-2156-798F4A5A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582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5B250-AC24-7B56-3E38-C705B855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C2AA53-1E6D-69DC-3A69-59E4B366C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86F922D-1A70-C5EB-6848-48412E17F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990E81-D14D-5266-F0FD-DCA476F1E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6980E3D-821F-08DE-AF86-FAB34D107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A58143C-9554-5A20-4DCE-4C8331DE5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919D88-6C26-D5C1-ADF6-556A2D57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172911-69DD-386A-6880-B1EF23F8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871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3D651-1206-CA88-65F3-4BF9D4E3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022592-F68B-A2F8-595A-F04B5786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3DE59C-F1C6-01B4-0827-94FA46B9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3F0691B-6DC0-5BC4-8A3B-788F1CD1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215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9B3EC3-1AFE-DC53-BE85-FFD32BB6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FADFF2-0026-4050-91BF-7D4198EF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E38848-1B66-CBD3-CF57-9A203536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968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4E83F-4876-43FC-C814-0D979740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EB7C17-D386-3D97-29B2-1B10A532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80C5AF-A114-5CD2-73D8-66DC77BC6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B78887-D802-31CB-882D-F1AF935C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A6AF14-479A-6573-68B8-7DCF98B7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4FC89C-E81D-EA63-0E82-3AF42990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137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3FD79F-AE6E-55F3-51F5-ADF4551A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26CEED-2837-EE39-EF08-9556EB240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BEFAF2-C1AF-8F6C-14FC-4A8ED53C0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3463C7-5F0F-7FF4-66D7-A4E7BDFF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D7BDF3-F0DA-653F-DD2E-AC8AC2C2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0FABE7-8449-6468-007C-6E091B9DC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815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59E986-E742-944D-3CDD-B675C2DF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EFB30E-5C96-23A1-2635-E5570D253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8F52FA-A7AE-0395-EF52-CCE2186E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B4100E3-7BF3-C96A-5D95-7C46D424C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4730BA-00D9-97B9-48C2-AA61222E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513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A76F10-CD77-72D3-CC19-19B4E1117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2BD898-14EC-52DC-051A-67EB281C8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E52E88-00A0-EA3B-6F34-84A30D12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776F20-54DE-28DC-341B-D1504D4B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F0B13-FEF2-14D8-0081-3797B87B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877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CA9EB6-6F70-4162-916F-522A28BB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E04686-9957-5AAF-9048-062B60F92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D665D7-7DC4-F855-A62F-0118190FB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EF377-467E-DB4A-9BF7-D37B2BFD93EF}" type="datetimeFigureOut">
              <a:rPr kumimoji="1" lang="zh-TW" altLang="en-US" smtClean="0"/>
              <a:t>2026/4/10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F93070-33D2-6E03-6458-A4EEDA1CF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B6A5DC-2234-203D-15D7-BE542874A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8A742-CC24-4349-A3A2-90518D85B9C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7723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D085-2A81-0C0D-9B43-40117A07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>
            <a:extLst>
              <a:ext uri="{FF2B5EF4-FFF2-40B4-BE49-F238E27FC236}">
                <a16:creationId xmlns:a16="http://schemas.microsoft.com/office/drawing/2014/main" id="{68764C2E-88D8-3C92-CF36-6762179B05C7}"/>
              </a:ext>
            </a:extLst>
          </p:cNvPr>
          <p:cNvSpPr/>
          <p:nvPr/>
        </p:nvSpPr>
        <p:spPr>
          <a:xfrm>
            <a:off x="908050" y="342900"/>
            <a:ext cx="10375900" cy="939800"/>
          </a:xfrm>
          <a:prstGeom prst="roundRect">
            <a:avLst>
              <a:gd name="adj" fmla="val 3018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ysClr val="windowText" lastClr="000000"/>
                </a:solidFill>
              </a:rPr>
              <a:t>Intelligent Deadlift Diagnosis System</a:t>
            </a:r>
            <a:endParaRPr kumimoji="1" lang="zh-TW" alt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6FA5CC-2EDA-39A7-C225-104FD26DC355}"/>
              </a:ext>
            </a:extLst>
          </p:cNvPr>
          <p:cNvSpPr/>
          <p:nvPr/>
        </p:nvSpPr>
        <p:spPr>
          <a:xfrm>
            <a:off x="1327778" y="1703880"/>
            <a:ext cx="9420170" cy="26797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998591-7B01-D410-65D0-C37AF563C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2770680"/>
            <a:ext cx="1854200" cy="1854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6AB6657-7D85-106D-CD79-24ADEBB25292}"/>
              </a:ext>
            </a:extLst>
          </p:cNvPr>
          <p:cNvSpPr txBox="1"/>
          <p:nvPr/>
        </p:nvSpPr>
        <p:spPr>
          <a:xfrm>
            <a:off x="4902200" y="2129270"/>
            <a:ext cx="2387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Upload Video:</a:t>
            </a:r>
          </a:p>
          <a:p>
            <a:pPr algn="ctr"/>
            <a:r>
              <a:rPr kumimoji="1" lang="en-US" altLang="zh-TW" dirty="0"/>
              <a:t>(.mp4, .mov, .avi)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441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488AA-3BA3-907E-F422-782B64AF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>
            <a:extLst>
              <a:ext uri="{FF2B5EF4-FFF2-40B4-BE49-F238E27FC236}">
                <a16:creationId xmlns:a16="http://schemas.microsoft.com/office/drawing/2014/main" id="{887029C7-4CCA-3DCA-E2EF-D844703CEF43}"/>
              </a:ext>
            </a:extLst>
          </p:cNvPr>
          <p:cNvSpPr/>
          <p:nvPr/>
        </p:nvSpPr>
        <p:spPr>
          <a:xfrm>
            <a:off x="908050" y="342900"/>
            <a:ext cx="10375900" cy="939800"/>
          </a:xfrm>
          <a:prstGeom prst="roundRect">
            <a:avLst>
              <a:gd name="adj" fmla="val 3018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ysClr val="windowText" lastClr="000000"/>
                </a:solidFill>
              </a:rPr>
              <a:t>Intelligent Deadlift Diagnosis System</a:t>
            </a:r>
            <a:endParaRPr kumimoji="1" lang="zh-TW" alt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BB5B24-3330-3EFD-584F-75E0CB3624A7}"/>
              </a:ext>
            </a:extLst>
          </p:cNvPr>
          <p:cNvSpPr/>
          <p:nvPr/>
        </p:nvSpPr>
        <p:spPr>
          <a:xfrm>
            <a:off x="1327778" y="1703880"/>
            <a:ext cx="7621350" cy="267970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EF1E57-2EFE-D257-EBAE-6B4DA6C5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34" y="2785670"/>
            <a:ext cx="1854200" cy="1854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146E37C-5259-4EC1-38A3-62075E2F1A59}"/>
              </a:ext>
            </a:extLst>
          </p:cNvPr>
          <p:cNvSpPr txBox="1"/>
          <p:nvPr/>
        </p:nvSpPr>
        <p:spPr>
          <a:xfrm>
            <a:off x="3808334" y="2144260"/>
            <a:ext cx="2387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Upload Video:</a:t>
            </a:r>
          </a:p>
          <a:p>
            <a:pPr algn="ctr"/>
            <a:r>
              <a:rPr kumimoji="1" lang="en-US" altLang="zh-TW" dirty="0"/>
              <a:t>(.mp4, .mov, .avi)</a:t>
            </a:r>
            <a:endParaRPr kumimoji="1"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6CD64A-6BF0-218C-9F64-B2BB68CD70F3}"/>
              </a:ext>
            </a:extLst>
          </p:cNvPr>
          <p:cNvSpPr/>
          <p:nvPr/>
        </p:nvSpPr>
        <p:spPr>
          <a:xfrm>
            <a:off x="9208111" y="1707599"/>
            <a:ext cx="1761048" cy="46244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ysClr val="windowText" lastClr="000000"/>
                </a:solidFill>
              </a:rPr>
              <a:t>#Upload history block</a:t>
            </a:r>
            <a:endParaRPr kumimoji="1" lang="zh-TW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97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D260-8EAC-C4F3-1B99-F4572E62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圓角矩形 2">
            <a:extLst>
              <a:ext uri="{FF2B5EF4-FFF2-40B4-BE49-F238E27FC236}">
                <a16:creationId xmlns:a16="http://schemas.microsoft.com/office/drawing/2014/main" id="{6B7CE54F-DB6E-6FB0-68A2-57C980085FC5}"/>
              </a:ext>
            </a:extLst>
          </p:cNvPr>
          <p:cNvSpPr/>
          <p:nvPr/>
        </p:nvSpPr>
        <p:spPr>
          <a:xfrm>
            <a:off x="908050" y="342900"/>
            <a:ext cx="10375900" cy="939800"/>
          </a:xfrm>
          <a:prstGeom prst="roundRect">
            <a:avLst>
              <a:gd name="adj" fmla="val 3018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3200" dirty="0">
                <a:solidFill>
                  <a:sysClr val="windowText" lastClr="000000"/>
                </a:solidFill>
              </a:rPr>
              <a:t>Intelligent Deadlift Diagnosis System</a:t>
            </a:r>
            <a:endParaRPr kumimoji="1" lang="zh-TW" altLang="en-US" sz="3200" dirty="0">
              <a:solidFill>
                <a:sysClr val="windowText" lastClr="000000"/>
              </a:solidFill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74DFC59-5329-0525-ED27-9DC985EED811}"/>
              </a:ext>
            </a:extLst>
          </p:cNvPr>
          <p:cNvGrpSpPr/>
          <p:nvPr/>
        </p:nvGrpSpPr>
        <p:grpSpPr>
          <a:xfrm>
            <a:off x="1327777" y="1707600"/>
            <a:ext cx="3576650" cy="4608000"/>
            <a:chOff x="908050" y="1707600"/>
            <a:chExt cx="3576650" cy="4608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F720EE9-0038-0F7B-1F11-8CB525F23780}"/>
                </a:ext>
              </a:extLst>
            </p:cNvPr>
            <p:cNvSpPr/>
            <p:nvPr/>
          </p:nvSpPr>
          <p:spPr>
            <a:xfrm>
              <a:off x="908050" y="1707600"/>
              <a:ext cx="3456000" cy="460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ysClr val="windowText" lastClr="000000"/>
                  </a:solidFill>
                </a:rPr>
                <a:t>#video block</a:t>
              </a:r>
              <a:endParaRPr kumimoji="1" lang="zh-TW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圓角矩形 4">
              <a:extLst>
                <a:ext uri="{FF2B5EF4-FFF2-40B4-BE49-F238E27FC236}">
                  <a16:creationId xmlns:a16="http://schemas.microsoft.com/office/drawing/2014/main" id="{91BA9869-C1A0-483F-10DA-E3EB72AA6372}"/>
                </a:ext>
              </a:extLst>
            </p:cNvPr>
            <p:cNvSpPr/>
            <p:nvPr/>
          </p:nvSpPr>
          <p:spPr>
            <a:xfrm>
              <a:off x="1862943" y="5840911"/>
              <a:ext cx="1965480" cy="19158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三角形 5">
              <a:extLst>
                <a:ext uri="{FF2B5EF4-FFF2-40B4-BE49-F238E27FC236}">
                  <a16:creationId xmlns:a16="http://schemas.microsoft.com/office/drawing/2014/main" id="{3BBD2CA8-D9F8-9E8F-E1A7-A484B95AB6B3}"/>
                </a:ext>
              </a:extLst>
            </p:cNvPr>
            <p:cNvSpPr/>
            <p:nvPr/>
          </p:nvSpPr>
          <p:spPr>
            <a:xfrm rot="5400000">
              <a:off x="1010194" y="5836557"/>
              <a:ext cx="191589" cy="200297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11BD028-16C5-B178-998A-F772D90F6C9C}"/>
                </a:ext>
              </a:extLst>
            </p:cNvPr>
            <p:cNvSpPr/>
            <p:nvPr/>
          </p:nvSpPr>
          <p:spPr>
            <a:xfrm>
              <a:off x="1201783" y="5842000"/>
              <a:ext cx="45719" cy="1905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E453EAA-7512-41FC-B42F-54AF575D88F3}"/>
                </a:ext>
              </a:extLst>
            </p:cNvPr>
            <p:cNvSpPr/>
            <p:nvPr/>
          </p:nvSpPr>
          <p:spPr>
            <a:xfrm>
              <a:off x="1281067" y="5842000"/>
              <a:ext cx="45719" cy="1905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8BBCC2B-E786-A3D3-2DB6-7C523F9876B1}"/>
                </a:ext>
              </a:extLst>
            </p:cNvPr>
            <p:cNvSpPr/>
            <p:nvPr/>
          </p:nvSpPr>
          <p:spPr>
            <a:xfrm>
              <a:off x="1541996" y="5840911"/>
              <a:ext cx="200297" cy="19050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EFC2BC4-43FC-C4B6-F314-D39A0BDC6401}"/>
                </a:ext>
              </a:extLst>
            </p:cNvPr>
            <p:cNvSpPr/>
            <p:nvPr/>
          </p:nvSpPr>
          <p:spPr>
            <a:xfrm>
              <a:off x="2333288" y="5770575"/>
              <a:ext cx="45719" cy="3233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9FAE3FF0-5C84-EB1C-5E2D-E0C6D6FBBC65}"/>
                </a:ext>
              </a:extLst>
            </p:cNvPr>
            <p:cNvSpPr txBox="1"/>
            <p:nvPr/>
          </p:nvSpPr>
          <p:spPr>
            <a:xfrm>
              <a:off x="3794438" y="5753299"/>
              <a:ext cx="69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0:45</a:t>
              </a:r>
              <a:endParaRPr kumimoji="1" lang="zh-TW" altLang="en-US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F4223872-3010-44E0-FE31-FF6E3DCDBC2F}"/>
                </a:ext>
              </a:extLst>
            </p:cNvPr>
            <p:cNvSpPr txBox="1"/>
            <p:nvPr/>
          </p:nvSpPr>
          <p:spPr>
            <a:xfrm>
              <a:off x="2011016" y="5357437"/>
              <a:ext cx="690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0:10</a:t>
              </a:r>
              <a:endParaRPr kumimoji="1" lang="zh-TW" altLang="en-US" dirty="0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D3A24D2F-E5E0-2BC8-2144-14650A475C92}"/>
              </a:ext>
            </a:extLst>
          </p:cNvPr>
          <p:cNvSpPr/>
          <p:nvPr/>
        </p:nvSpPr>
        <p:spPr>
          <a:xfrm>
            <a:off x="4998515" y="1707600"/>
            <a:ext cx="3995588" cy="1721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ysClr val="windowText" lastClr="000000"/>
                </a:solidFill>
              </a:rPr>
              <a:t>#Analysis block</a:t>
            </a:r>
            <a:endParaRPr kumimoji="1"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DA1058-78C1-82A1-D3C6-2C49F4EFBD93}"/>
              </a:ext>
            </a:extLst>
          </p:cNvPr>
          <p:cNvSpPr/>
          <p:nvPr/>
        </p:nvSpPr>
        <p:spPr>
          <a:xfrm>
            <a:off x="4998515" y="3642610"/>
            <a:ext cx="3995588" cy="26894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ysClr val="windowText" lastClr="000000"/>
                </a:solidFill>
              </a:rPr>
              <a:t>#Rule-based feedback block</a:t>
            </a:r>
            <a:endParaRPr kumimoji="1"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58ED50-520D-7CB4-A8C2-FE92FB0A0507}"/>
              </a:ext>
            </a:extLst>
          </p:cNvPr>
          <p:cNvSpPr/>
          <p:nvPr/>
        </p:nvSpPr>
        <p:spPr>
          <a:xfrm>
            <a:off x="9208111" y="1707599"/>
            <a:ext cx="1761048" cy="46244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ysClr val="windowText" lastClr="000000"/>
                </a:solidFill>
              </a:rPr>
              <a:t>#Upload history block</a:t>
            </a:r>
            <a:endParaRPr kumimoji="1" lang="zh-TW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448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</Words>
  <Application>Microsoft Macintosh PowerPoint</Application>
  <PresentationFormat>寬螢幕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蔡秉言 TSAI,BING-YAN</dc:creator>
  <cp:lastModifiedBy>蔡秉言 TSAI,BING-YAN</cp:lastModifiedBy>
  <cp:revision>2</cp:revision>
  <dcterms:created xsi:type="dcterms:W3CDTF">2026-04-09T18:40:49Z</dcterms:created>
  <dcterms:modified xsi:type="dcterms:W3CDTF">2026-04-09T19:24:51Z</dcterms:modified>
</cp:coreProperties>
</file>